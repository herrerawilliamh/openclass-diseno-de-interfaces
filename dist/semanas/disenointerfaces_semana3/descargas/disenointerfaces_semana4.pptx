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los objetivos como una ruta de trabajo. Conectar cada objetivo con la actividad o evaluación de la semana para que el estudiante comprenda el sentido formativo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Recordar la tolerancia máxima de cinco minutos para iniciar. Mantener la actividad didáctica en un tiempo máximo aproximado de veinte minutos y reservar un bloque final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Iniciar con una pregunta detonante o un ejemplo cercano al contexto del grupo. Evitar una exposición únicamente teórica: llevar el tema hacia decisiones, consecuencias, riesgos, oportunidades o productos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Usar esta diapositiva para organizar la explicación central. Reemplazar los puntos por los conceptos específicos del curso y de la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Controlar el tiempo de la actividad. Se recomienda no superar veinte minutos para conservar espacio de socialización y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qué debe cuidar el estudiante para avanzar en la actividad evaluativa. Precisar si se requiere entrega en aula virtual, participación en foro, documento, evidencia audiovisual, práctica o cuestionario.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Mantener este bloque dentro de un máximo aproximado de quince minutos. Priorizar dudas que afecten la comprensión del tema o la entrega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Cerrar con una síntesis de tres ideas centrales, recordar el compromiso académico de la semana e invitar a diligenciar la Encuesta de Percepción Estudiantil cuando aplique.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1</cp:revision>
  <dcterms:created xsi:type="dcterms:W3CDTF">2026-06-22T04:25:00Z</dcterms:created>
  <dcterms:modified xsi:type="dcterms:W3CDTF">2026-06-22T04:25:00Z</dcterms:modified>
</cp:coreProperties>
</file>